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C234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C2340"/>
                </a:solidFill>
                <a:latin typeface="Arial"/>
              </a:rPr>
              <a:t>Cost per Node (ZAR)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(ZAR)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C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ESP32</c:v>
                  </c:pt>
                  <c:pt idx="1">
                    <c:v>Sensors</c:v>
                  </c:pt>
                  <c:pt idx="2">
                    <c:v>GSM Module</c:v>
                  </c:pt>
                  <c:pt idx="3">
                    <c:v>LoRa</c:v>
                  </c:pt>
                  <c:pt idx="4">
                    <c:v>Solar+Battery</c:v>
                  </c:pt>
                  <c:pt idx="5">
                    <c:v>Enclosure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250</c:v>
                </c:pt>
                <c:pt idx="2">
                  <c:v>120</c:v>
                </c:pt>
                <c:pt idx="3">
                  <c:v>150</c:v>
                </c:pt>
                <c:pt idx="4">
                  <c:v>400</c:v>
                </c:pt>
                <c:pt idx="5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C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confidence. Pause on 'Covert Underground Intelligence' — let it land. This is not another CCTV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community letter quote slowly. Let the emotion land. Then hit the three stats. Pause on 'Zero covert systems deployed' — that's our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'why us' — every existing approach has a fatal flaw. The common thread: visibility = vulnerability. Our solution is invisible.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'Why Now' — the technology cost, connectivity, and community readiness have converged. This wasn't feasible 3 years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Ubuntu = 'I am because we are'. This is our design philosophy: AI that serves communities, not shareholders. Let the vision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tier left to right. Emphasize: 'Tier 1 is invisible. Tier 2 works offline. Tier 3 uses the tool communities already have — WhatsApp.'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addresses judge feedback. Key argument: a rule-based system produces unacceptable false positive rates. AI reduces false positives through pattern recognition AND multi-sensor 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remember. We NAME the tradeoff and QUANTIFY it: 400x cost ratio. We show the threshold design is intentional, not arbitrary.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six — highlight the top three: Covert, Edge AI, Solar-Powered. These are our unfair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CableGuard column — all green checkmarks, lowest cost. No existing product combines covert + edge AI + solar +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Emphasize named components — judges want specificity. Mention: ESP32 costs R80, SIM800L costs R120, entire node under R1,500.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demo flow. Walk judges through each step. The simulation runs in Next.js — real-time state changes, animated dashboard transitions, WhatsApp notification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we're building Phase 1 RIGHT NOW. Phase 2 is funded by hackathon winnings + grants. Phase 3 is the commercial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R1,200 per node — this is shockingly affordable. Then hit the ROI: ONE prevented theft pays for 130 nodes. That's the killer 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specifically asked for named tradeoffs and mitigation strategies. This table shows we've thought deeply about every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introduce yourselves. Key message: Cwaita brings domain knowledge + hardware. Linford brings software + AI. Together, complete stack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Repeat the tagline: 'Invisible Protection. Instant Response. Community Safety.' Then pause. Let it land.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CableGuard AI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Underground Intelligence for Community Protection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Intelligence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USAII Global AI Hackathon 2026  |  Graduate — AI for Systems &amp; Society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Linford Musiyambodza  &amp;  Cwaita Nobongoza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2011680"/>
          </a:xfrm>
          <a:prstGeom prst="roundRect">
            <a:avLst>
              <a:gd name="adj" fmla="val 6818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writing to express our extreme frustration about the rampant cable theft and vandalism in our community. Daily disruptions to essential services like electricity and water are taking a toll on residents."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Community Group, Qonce (King William's Town), Eastern Cape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661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 Billion+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cable theft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South Africa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37560" y="3474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0C234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35661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go without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after each incident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035040" y="3474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0C2340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35661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detection systems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deployed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Current Solutions Fail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371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5448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or destroyed within days. Thieves target cameras first — visible infrastructure is a liability, not an asset.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60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Sensors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54480" y="2926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Surface-mounted detection devices are identified and removed. RAMAC and Permaconn systems have visible enclosures that alert criminals.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65760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749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554480" y="4114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report via WhatsApp but authorities respond too slowly. Damage is done hours before patrols arrive. The response loop is broken.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474720"/>
          </a:xfrm>
          <a:prstGeom prst="roundRect">
            <a:avLst>
              <a:gd name="adj" fmla="val 3947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Municipalities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South Africa, all facing cable theft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Eskom, Telkom, Transnet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infrastructure operators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Companies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response infrastructure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Region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to neighbouring countries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749040" cy="3474720"/>
          </a:xfrm>
          <a:prstGeom prst="roundRect">
            <a:avLst>
              <a:gd name="adj" fmla="val 3947"/>
            </a:avLst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hardware costs dropped 70%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3 years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+ NB-IoT coverage expanding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South Africa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BCMM actively making arrests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infrastructure exists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WhatsApp reporting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demand for faster alerts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Intelligence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because we are"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265176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0C2340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community in South Africa protected by invisible, intelligent infrastructure that prevents crime before it causes harm.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2651760"/>
            <a:ext cx="3749040" cy="1645920"/>
          </a:xfrm>
          <a:prstGeom prst="roundRect">
            <a:avLst>
              <a:gd name="adj" fmla="val 8333"/>
            </a:avLst>
          </a:prstGeom>
          <a:solidFill>
            <a:srgbClr val="0C2340"/>
          </a:solidFill>
          <a:ln w="19050">
            <a:solidFill>
              <a:srgbClr val="D49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3108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covert AI-powered sensor networks that detect cable theft in real-time, alert responders instantly, and restore safety and dignity to underserved communities.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CableGuard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Covert Detection &amp; Response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E8F4F5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Underground Sensors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current, and acoustic sensors buried alongside cables. Zero surface footprint. Thieves cannot see or detect them.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8E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on ESP32 classifies vibration patterns in real-time — distinguishing digging from traffic, rain, or animals. No internet required for detection.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52160" y="155448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E8F0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373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21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98932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+ Alerts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03504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dashboard with confidence scoring. Automated WhatsApp/SMS alerts to security teams within 60 seconds of detection.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0175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7377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557784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7377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— Not Just Rules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AI necessary over simpler alternatives?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Threshold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vibration threshold triggers alert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distinguish digging from construction, heavy vehicles, or rain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 overwhelms security teams and erodes trust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learn new attack patterns as criminals adapt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scoring — binary alert or silence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E8F8F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(Ours)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model trained on vibration frequency spectra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Classifies: pedestrian, vehicle, rain, animal, human digging — 4 distinct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fusion: vibration + current + acoustic = confidence score (0-100%)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retraining with field data as criminals change tactics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escalation: low → watch, medium → notify, high → dispatch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vs False Positive: Named Tradeoffs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False Negative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theft event. R200K+ in cable replacement. Community loses power for 2-5 days. Trust in system destroyed. This is the catastrophic failure mode.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FFF8E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False Positive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patrol dispatch. Wastes ~R500 in fuel and time. Repeated false alarms erode operator trust. Manageable but must be minimized.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7863840" cy="1188720"/>
          </a:xfrm>
          <a:prstGeom prst="roundRect">
            <a:avLst>
              <a:gd name="adj" fmla="val 11538"/>
            </a:avLst>
          </a:prstGeom>
          <a:solidFill>
            <a:srgbClr val="0C234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bias toward recall (minimize false negatives). A missed theft costs 400x more than a wasted patrol. Our threshold is tuned to 65% confidence for notification, 85% for automatic dispatch. Between 65-85%, a human operator reviews before action.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Deployment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underground with zero surface footprint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280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Classification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8328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— no internet required for detection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52160" y="12801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8932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98932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during the outages cable theft causes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9260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0632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7724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via the tool communities already use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46120" y="29260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06324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Incident Mapping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38328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tracking of every event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852160" y="29260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06324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8932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98932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hotspots and peak attack times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Permaconn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Omicron IoT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CableGuard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Covert /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Backup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Multi-Sensor 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~R1,500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CableGuard AI is the only system that combines all five critical capabilities at the lowest cost.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0A3D5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Sensor Node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SW-420 / ADXL345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/ Seismic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Hall Effect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Monitor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MAX9814 Microphone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/ Cutting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TinyML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Classification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LiPo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C75E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0A3D5C"/>
          </a:solidFill>
          <a:ln w="12700">
            <a:solidFill>
              <a:srgbClr val="D495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GPRS alerts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SX1276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between nodes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data push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correlation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C75E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0A3D5C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Cloud + Alert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stream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WhatsApp API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mapping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— No Physical Hardware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all cable zones safe. Green status across all sensor nodes.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457200" cy="457200"/>
          </a:xfrm>
          <a:prstGeom prst="ellipse">
            <a:avLst/>
          </a:prstGeom>
          <a:solidFill>
            <a:srgbClr val="D495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Detected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vibration input. Sensor node reports rising vibration score.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35224"/>
            <a:ext cx="457200" cy="457200"/>
          </a:xfrm>
          <a:prstGeom prst="ellipse">
            <a:avLst/>
          </a:prstGeom>
          <a:solidFill>
            <a:srgbClr val="D495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889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1821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classifies pattern as 'human digging' with 78% confidence. Status: SUSPICIOUS.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648456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6027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Drop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8953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 detects anomaly. Multi-sensor fusion raises confidence to 92%. Status: CRITICAL.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361688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6085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 fires to security team with GPS, timestamp, confidence score, and live map link.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3200400"/>
          </a:xfrm>
          <a:prstGeom prst="roundRect">
            <a:avLst>
              <a:gd name="adj" fmla="val 5556"/>
            </a:avLst>
          </a:prstGeom>
          <a:solidFill>
            <a:srgbClr val="E8F8F0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(2 weeks)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simulation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sensor data feed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 preview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pitch deck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468880" cy="3200400"/>
          </a:xfrm>
          <a:prstGeom prst="roundRect">
            <a:avLst>
              <a:gd name="adj" fmla="val 5556"/>
            </a:avLst>
          </a:prstGeom>
          <a:solidFill>
            <a:srgbClr val="FFF8E8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Prototype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Post-hackathon (3 months)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9659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ESP32 prototype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vibration data collection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model training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BCMM pilot proposal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company partnerships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468880" cy="3200400"/>
          </a:xfrm>
          <a:prstGeom prst="roundRect">
            <a:avLst>
              <a:gd name="adj" fmla="val 5556"/>
            </a:avLst>
          </a:prstGeom>
          <a:solidFill>
            <a:srgbClr val="E8F0FF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(6-12 months)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50-node BCMM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Eskom/Telkom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Multi-municipality rollout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security companies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SEDA/NYDA funding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Impact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0972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09728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0C2340"/>
          </a:solidFill>
          <a:ln/>
        </p:spPr>
      </p:sp>
      <p:sp>
        <p:nvSpPr>
          <p:cNvPr id="5" name="Text 2"/>
          <p:cNvSpPr/>
          <p:nvPr/>
        </p:nvSpPr>
        <p:spPr>
          <a:xfrm>
            <a:off x="5212080" y="11887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R1,200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sensor node
</a:t>
            </a:r>
            <a:endParaRPr lang="en-US" sz="32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R75,000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50-node municipal deployment
</a:t>
            </a:r>
            <a:endParaRPr lang="en-US" sz="32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R2M+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savings per municipality/year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Preventing just ONE cable theft incident (R200K+ damage) pays for 130+ sensor nodes. A 50-node deployment recoups investment after preventing a single event.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42062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Multi-sensor fusion + confidence scoring + human review at 65-85%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AI works offline; alerts queue until signal restored; LoRa mesh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surface footprint; buried in PVC; no RF emission except during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+ LiPo battery; designed for outage scenarios; 72hr backup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data collection plan; community input; continuous model retraining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9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0A3D5C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Cwaita Nobongoza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Research Lead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circuit design + testing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Arduino/ESP32 firmware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casing &amp; field research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data collection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research report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0A3D5C"/>
          </a:solidFill>
          <a:ln w="12700">
            <a:solidFill>
              <a:srgbClr val="D495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Linford Musiyambodza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 Lead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12080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+ real-time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real-time backend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 bot (Twilio)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model training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demo + pitch delivery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CableGuard AI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Protection. Instant Response. Community Safety.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Build simulation demo for USAII Hackathon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Win Graduate — AI for Systems &amp; Society track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Beyond: Pilot deployment with BCMM, Qonce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Intelligence  |  ubuntu.intelligence@proton.me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CableGuard AI — Pitch Deck</dc:title>
  <dc:subject>PptxGenJS Presentation</dc:subject>
  <dc:creator>Ubuntu Intelligence</dc:creator>
  <cp:lastModifiedBy>Ubuntu Intelligence</cp:lastModifiedBy>
  <cp:revision>1</cp:revision>
  <dcterms:created xsi:type="dcterms:W3CDTF">2026-06-13T01:13:24Z</dcterms:created>
  <dcterms:modified xsi:type="dcterms:W3CDTF">2026-06-13T01:13:24Z</dcterms:modified>
</cp:coreProperties>
</file>